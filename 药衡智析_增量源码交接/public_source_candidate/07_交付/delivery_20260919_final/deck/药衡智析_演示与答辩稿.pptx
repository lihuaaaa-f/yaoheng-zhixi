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"run_id": "delivery_20260919_final",</a:t>
            </a:r>
          </a:p>
          <a:p>
            <a:r>
              <a:t>  "revision": "04011c2a595a5d9f8efdd8de92bd5fd1dfcd8830"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"source": "本轮绑定分析快照；缺失数据不补零"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"scenario": "S1",</a:t>
            </a:r>
          </a:p>
          <a:p>
            <a:r>
              <a:t>  "binding": {</a:t>
            </a:r>
          </a:p>
          <a:p>
            <a:r>
              <a:t>    "id": "S1",</a:t>
            </a:r>
          </a:p>
          <a:p>
            <a:r>
              <a:t>    "job_id": "e6b7b2f514654b219ab9a164e9022e47",</a:t>
            </a:r>
          </a:p>
          <a:p>
            <a:r>
              <a:t>    "attempt_id": "2b260558de0d42e495a7cea235702b41",</a:t>
            </a:r>
          </a:p>
          <a:p>
            <a:r>
              <a:t>    "status": "DEGRADED",</a:t>
            </a:r>
          </a:p>
          <a:p>
            <a:r>
              <a:t>    "docx": "PASS",</a:t>
            </a:r>
          </a:p>
          <a:p>
            <a:r>
              <a:t>    "pdf": "PASS",</a:t>
            </a:r>
          </a:p>
          <a:p>
            <a:r>
              <a:t>    "error": null,</a:t>
            </a:r>
          </a:p>
          <a:p>
            <a:r>
              <a:t>    "snapshot_id": "3a4f905e080e0eb729af4ffa31d9ee31475b5737760bffb68e7a9143a14de9ae",</a:t>
            </a:r>
          </a:p>
          <a:p>
            <a:r>
              <a:t>    "artifacts": {</a:t>
            </a:r>
          </a:p>
          <a:p>
            <a:r>
              <a:t>      "docx": {</a:t>
            </a:r>
          </a:p>
          <a:p>
            <a:r>
              <a:t>        "artifact_id": "e6b7b2f514654b219ab9a164e9022e47-docx",</a:t>
            </a:r>
          </a:p>
          <a:p>
            <a:r>
              <a:t>        "sha256": "d02c71b20b3879e34446aa51122ab70cabcdb72c14db5e72dd921faa2de8b70c",</a:t>
            </a:r>
          </a:p>
          <a:p>
            <a:r>
              <a:t>        "bytes": 145684</a:t>
            </a:r>
          </a:p>
          <a:p>
            <a:r>
              <a:t>      },</a:t>
            </a:r>
          </a:p>
          <a:p>
            <a:r>
              <a:t>      "pdf": {</a:t>
            </a:r>
          </a:p>
          <a:p>
            <a:r>
              <a:t>        "artifact_id": "e6b7b2f514654b219ab9a164e9022e47-pdf",</a:t>
            </a:r>
          </a:p>
          <a:p>
            <a:r>
              <a:t>        "sha256": "89198651a897b31362e8defbdeda221cd787cc11ff504217d95b58e214bfd0ef",</a:t>
            </a:r>
          </a:p>
          <a:p>
            <a:r>
              <a:t>        "bytes": 495002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"snapshot": "/tmp/yaoheng-final-reports/S1/job_result.json",</a:t>
            </a:r>
          </a:p>
          <a:p>
            <a:r>
              <a:t>  "reports": {</a:t>
            </a:r>
          </a:p>
          <a:p>
            <a:r>
              <a:t>    "docx": "/tmp/yaoheng-final-reports/S1/report.docx",</a:t>
            </a:r>
          </a:p>
          <a:p>
            <a:r>
              <a:t>    "pdf": "/tmp/yaoheng-final-reports/S1/report.pdf"</a:t>
            </a:r>
          </a:p>
          <a:p>
            <a:r>
              <a:t>  },</a:t>
            </a:r>
          </a:p>
          <a:p>
            <a:r>
              <a:t>  "model_evidence": {</a:t>
            </a:r>
          </a:p>
          <a:p>
            <a:r>
              <a:t>    "id": "S1",</a:t>
            </a:r>
          </a:p>
          <a:p>
            <a:r>
              <a:t>    "job_id": "e6b7b2f514654b219ab9a164e9022e47",</a:t>
            </a:r>
          </a:p>
          <a:p>
            <a:r>
              <a:t>    "attempt_id": "2b260558de0d42e495a7cea235702b41",</a:t>
            </a:r>
          </a:p>
          <a:p>
            <a:r>
              <a:t>    "snapshot_id": "3a4f905e080e0eb729af4ffa31d9ee31475b5737760bffb68e7a9143a14de9ae",</a:t>
            </a:r>
          </a:p>
          <a:p>
            <a:r>
              <a:t>    "artifacts": {</a:t>
            </a:r>
          </a:p>
          <a:p>
            <a:r>
              <a:t>      "docx": {</a:t>
            </a:r>
          </a:p>
          <a:p>
            <a:r>
              <a:t>        "artifact_id": "e6b7b2f514654b219ab9a164e9022e47-docx",</a:t>
            </a:r>
          </a:p>
          <a:p>
            <a:r>
              <a:t>        "sha256": "d02c71b20b3879e34446aa51122ab70cabcdb72c14db5e72dd921faa2de8b70c",</a:t>
            </a:r>
          </a:p>
          <a:p>
            <a:r>
              <a:t>        "bytes": 145684</a:t>
            </a:r>
          </a:p>
          <a:p>
            <a:r>
              <a:t>      },</a:t>
            </a:r>
          </a:p>
          <a:p>
            <a:r>
              <a:t>      "pdf": {</a:t>
            </a:r>
          </a:p>
          <a:p>
            <a:r>
              <a:t>        "artifact_id": "e6b7b2f514654b219ab9a164e9022e47-pdf",</a:t>
            </a:r>
          </a:p>
          <a:p>
            <a:r>
              <a:t>        "sha256": "89198651a897b31362e8defbdeda221cd787cc11ff504217d95b58e214bfd0ef",</a:t>
            </a:r>
          </a:p>
          <a:p>
            <a:r>
              <a:t>        "bytes": 495002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"status": "PASS",</a:t>
            </a:r>
          </a:p>
          <a:p>
            <a:r>
              <a:t>    "generation_mode": "llm",</a:t>
            </a:r>
          </a:p>
          <a:p>
            <a:r>
              <a:t>    "model_live": true,</a:t>
            </a:r>
          </a:p>
          <a:p>
            <a:r>
              <a:t>    "identity": {</a:t>
            </a:r>
          </a:p>
          <a:p>
            <a:r>
              <a:t>      "status": "VERIFIED",</a:t>
            </a:r>
          </a:p>
          <a:p>
            <a:r>
              <a:t>      "requested": "deepseek-flash",</a:t>
            </a:r>
          </a:p>
          <a:p>
            <a:r>
              <a:t>      "returned": [</a:t>
            </a:r>
          </a:p>
          <a:p>
            <a:r>
              <a:t>        "deepseek-flash"</a:t>
            </a:r>
          </a:p>
          <a:p>
            <a:r>
              <a:t>      ],</a:t>
            </a:r>
          </a:p>
          <a:p>
            <a:r>
              <a:t>      "reason": "全部调用响应model经核验一致"</a:t>
            </a:r>
          </a:p>
          <a:p>
            <a:r>
              <a:t>    },</a:t>
            </a:r>
          </a:p>
          <a:p>
            <a:r>
              <a:t>    "usage": {</a:t>
            </a:r>
          </a:p>
          <a:p>
            <a:r>
              <a:t>      "prompt_tokens": 21184,</a:t>
            </a:r>
          </a:p>
          <a:p>
            <a:r>
              <a:t>      "completion_tokens": 748,</a:t>
            </a:r>
          </a:p>
          <a:p>
            <a:r>
              <a:t>      "total_tokens": 21932,</a:t>
            </a:r>
          </a:p>
          <a:p>
            <a:r>
              <a:t>      "calls": 1</a:t>
            </a:r>
          </a:p>
          <a:p>
            <a:r>
              <a:t>    },</a:t>
            </a:r>
          </a:p>
          <a:p>
            <a:r>
              <a:t>    "alert_coverage": {},</a:t>
            </a:r>
          </a:p>
          <a:p>
            <a:r>
              <a:t>    "failures": []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"scenario": "S2",</a:t>
            </a:r>
          </a:p>
          <a:p>
            <a:r>
              <a:t>  "binding": {</a:t>
            </a:r>
          </a:p>
          <a:p>
            <a:r>
              <a:t>    "id": "S2",</a:t>
            </a:r>
          </a:p>
          <a:p>
            <a:r>
              <a:t>    "job_id": "4093d2051205465a84e131b01034abf8",</a:t>
            </a:r>
          </a:p>
          <a:p>
            <a:r>
              <a:t>    "attempt_id": "2b260558de0d42e495a7cea235702b41",</a:t>
            </a:r>
          </a:p>
          <a:p>
            <a:r>
              <a:t>    "status": "DEGRADED",</a:t>
            </a:r>
          </a:p>
          <a:p>
            <a:r>
              <a:t>    "docx": "PASS",</a:t>
            </a:r>
          </a:p>
          <a:p>
            <a:r>
              <a:t>    "pdf": "PASS",</a:t>
            </a:r>
          </a:p>
          <a:p>
            <a:r>
              <a:t>    "error": null,</a:t>
            </a:r>
          </a:p>
          <a:p>
            <a:r>
              <a:t>    "snapshot_id": "4eda1ee3a4878a9548f67f6e4bc25ca8f37084b162ffc21dac43c072186b6fa8",</a:t>
            </a:r>
          </a:p>
          <a:p>
            <a:r>
              <a:t>    "artifacts": {</a:t>
            </a:r>
          </a:p>
          <a:p>
            <a:r>
              <a:t>      "docx": {</a:t>
            </a:r>
          </a:p>
          <a:p>
            <a:r>
              <a:t>        "artifact_id": "4093d2051205465a84e131b01034abf8-docx",</a:t>
            </a:r>
          </a:p>
          <a:p>
            <a:r>
              <a:t>        "sha256": "051f0dc7bc4eac11d0d44eb83d1dcbbac63f121cd7aede2f8fb322316ba65115",</a:t>
            </a:r>
          </a:p>
          <a:p>
            <a:r>
              <a:t>        "bytes": 148186</a:t>
            </a:r>
          </a:p>
          <a:p>
            <a:r>
              <a:t>      },</a:t>
            </a:r>
          </a:p>
          <a:p>
            <a:r>
              <a:t>      "pdf": {</a:t>
            </a:r>
          </a:p>
          <a:p>
            <a:r>
              <a:t>        "artifact_id": "4093d2051205465a84e131b01034abf8-pdf",</a:t>
            </a:r>
          </a:p>
          <a:p>
            <a:r>
              <a:t>        "sha256": "d2a8f412c4af99b9c1ba53bf9e6d374a494e867ffc978b46c5f0f8ce2f74eba7",</a:t>
            </a:r>
          </a:p>
          <a:p>
            <a:r>
              <a:t>        "bytes": 489091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"snapshot": "/tmp/yaoheng-final-reports/S2/job_result.json",</a:t>
            </a:r>
          </a:p>
          <a:p>
            <a:r>
              <a:t>  "reports": {</a:t>
            </a:r>
          </a:p>
          <a:p>
            <a:r>
              <a:t>    "docx": "/tmp/yaoheng-final-reports/S2/report.docx",</a:t>
            </a:r>
          </a:p>
          <a:p>
            <a:r>
              <a:t>    "pdf": "/tmp/yaoheng-final-reports/S2/report.pdf"</a:t>
            </a:r>
          </a:p>
          <a:p>
            <a:r>
              <a:t>  },</a:t>
            </a:r>
          </a:p>
          <a:p>
            <a:r>
              <a:t>  "model_evidence": {</a:t>
            </a:r>
          </a:p>
          <a:p>
            <a:r>
              <a:t>    "id": "S2",</a:t>
            </a:r>
          </a:p>
          <a:p>
            <a:r>
              <a:t>    "job_id": "4093d2051205465a84e131b01034abf8",</a:t>
            </a:r>
          </a:p>
          <a:p>
            <a:r>
              <a:t>    "attempt_id": "2b260558de0d42e495a7cea235702b41",</a:t>
            </a:r>
          </a:p>
          <a:p>
            <a:r>
              <a:t>    "snapshot_id": "4eda1ee3a4878a9548f67f6e4bc25ca8f37084b162ffc21dac43c072186b6fa8",</a:t>
            </a:r>
          </a:p>
          <a:p>
            <a:r>
              <a:t>    "artifacts": {</a:t>
            </a:r>
          </a:p>
          <a:p>
            <a:r>
              <a:t>      "docx": {</a:t>
            </a:r>
          </a:p>
          <a:p>
            <a:r>
              <a:t>        "artifact_id": "4093d2051205465a84e131b01034abf8-docx",</a:t>
            </a:r>
          </a:p>
          <a:p>
            <a:r>
              <a:t>        "sha256": "051f0dc7bc4eac11d0d44eb83d1dcbbac63f121cd7aede2f8fb322316ba65115",</a:t>
            </a:r>
          </a:p>
          <a:p>
            <a:r>
              <a:t>        "bytes": 148186</a:t>
            </a:r>
          </a:p>
          <a:p>
            <a:r>
              <a:t>      },</a:t>
            </a:r>
          </a:p>
          <a:p>
            <a:r>
              <a:t>      "pdf": {</a:t>
            </a:r>
          </a:p>
          <a:p>
            <a:r>
              <a:t>        "artifact_id": "4093d2051205465a84e131b01034abf8-pdf",</a:t>
            </a:r>
          </a:p>
          <a:p>
            <a:r>
              <a:t>        "sha256": "d2a8f412c4af99b9c1ba53bf9e6d374a494e867ffc978b46c5f0f8ce2f74eba7",</a:t>
            </a:r>
          </a:p>
          <a:p>
            <a:r>
              <a:t>        "bytes": 489091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"status": "PASS",</a:t>
            </a:r>
          </a:p>
          <a:p>
            <a:r>
              <a:t>    "generation_mode": "llm",</a:t>
            </a:r>
          </a:p>
          <a:p>
            <a:r>
              <a:t>    "model_live": true,</a:t>
            </a:r>
          </a:p>
          <a:p>
            <a:r>
              <a:t>    "identity": {</a:t>
            </a:r>
          </a:p>
          <a:p>
            <a:r>
              <a:t>      "status": "VERIFIED",</a:t>
            </a:r>
          </a:p>
          <a:p>
            <a:r>
              <a:t>      "requested": "deepseek-flash",</a:t>
            </a:r>
          </a:p>
          <a:p>
            <a:r>
              <a:t>      "returned": [</a:t>
            </a:r>
          </a:p>
          <a:p>
            <a:r>
              <a:t>        "deepseek-flash"</a:t>
            </a:r>
          </a:p>
          <a:p>
            <a:r>
              <a:t>      ],</a:t>
            </a:r>
          </a:p>
          <a:p>
            <a:r>
              <a:t>      "reason": "全部调用响应model经核验一致"</a:t>
            </a:r>
          </a:p>
          <a:p>
            <a:r>
              <a:t>    },</a:t>
            </a:r>
          </a:p>
          <a:p>
            <a:r>
              <a:t>    "usage": {</a:t>
            </a:r>
          </a:p>
          <a:p>
            <a:r>
              <a:t>      "prompt_tokens": 20136,</a:t>
            </a:r>
          </a:p>
          <a:p>
            <a:r>
              <a:t>      "completion_tokens": 842,</a:t>
            </a:r>
          </a:p>
          <a:p>
            <a:r>
              <a:t>      "total_tokens": 20978,</a:t>
            </a:r>
          </a:p>
          <a:p>
            <a:r>
              <a:t>      "calls": 1</a:t>
            </a:r>
          </a:p>
          <a:p>
            <a:r>
              <a:t>    },</a:t>
            </a:r>
          </a:p>
          <a:p>
            <a:r>
              <a:t>    "alert_coverage": {},</a:t>
            </a:r>
          </a:p>
          <a:p>
            <a:r>
              <a:t>    "failures": []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"scenario": "S3",</a:t>
            </a:r>
          </a:p>
          <a:p>
            <a:r>
              <a:t>  "binding": {</a:t>
            </a:r>
          </a:p>
          <a:p>
            <a:r>
              <a:t>    "id": "S3",</a:t>
            </a:r>
          </a:p>
          <a:p>
            <a:r>
              <a:t>    "job_id": "8e668ea2d65f4cbaba44b75d013055ae",</a:t>
            </a:r>
          </a:p>
          <a:p>
            <a:r>
              <a:t>    "attempt_id": "2b260558de0d42e495a7cea235702b41",</a:t>
            </a:r>
          </a:p>
          <a:p>
            <a:r>
              <a:t>    "status": "DEGRADED",</a:t>
            </a:r>
          </a:p>
          <a:p>
            <a:r>
              <a:t>    "docx": "PASS",</a:t>
            </a:r>
          </a:p>
          <a:p>
            <a:r>
              <a:t>    "pdf": "PASS",</a:t>
            </a:r>
          </a:p>
          <a:p>
            <a:r>
              <a:t>    "error": null,</a:t>
            </a:r>
          </a:p>
          <a:p>
            <a:r>
              <a:t>    "snapshot_id": "ad3f7bf69b7b7268209ea6aff74c841f7fe083bbedcf0ba33f3f7fe423dce291",</a:t>
            </a:r>
          </a:p>
          <a:p>
            <a:r>
              <a:t>    "artifacts": {</a:t>
            </a:r>
          </a:p>
          <a:p>
            <a:r>
              <a:t>      "docx": {</a:t>
            </a:r>
          </a:p>
          <a:p>
            <a:r>
              <a:t>        "artifact_id": "8e668ea2d65f4cbaba44b75d013055ae-docx",</a:t>
            </a:r>
          </a:p>
          <a:p>
            <a:r>
              <a:t>        "sha256": "95f6a94be59c771481700fe941e620f1eda34a47b6e106b40979ca701f4132f0",</a:t>
            </a:r>
          </a:p>
          <a:p>
            <a:r>
              <a:t>        "bytes": 148879</a:t>
            </a:r>
          </a:p>
          <a:p>
            <a:r>
              <a:t>      },</a:t>
            </a:r>
          </a:p>
          <a:p>
            <a:r>
              <a:t>      "pdf": {</a:t>
            </a:r>
          </a:p>
          <a:p>
            <a:r>
              <a:t>        "artifact_id": "8e668ea2d65f4cbaba44b75d013055ae-pdf",</a:t>
            </a:r>
          </a:p>
          <a:p>
            <a:r>
              <a:t>        "sha256": "71e2dd65268cd5466135a8a12905107a7772d62e39dba4a2cbeb6e0fa6610073",</a:t>
            </a:r>
          </a:p>
          <a:p>
            <a:r>
              <a:t>        "bytes": 535685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"snapshot": "/tmp/yaoheng-final-reports/S3/job_result.json",</a:t>
            </a:r>
          </a:p>
          <a:p>
            <a:r>
              <a:t>  "reports": {</a:t>
            </a:r>
          </a:p>
          <a:p>
            <a:r>
              <a:t>    "docx": "/tmp/yaoheng-final-reports/S3/report.docx",</a:t>
            </a:r>
          </a:p>
          <a:p>
            <a:r>
              <a:t>    "pdf": "/tmp/yaoheng-final-reports/S3/report.pdf"</a:t>
            </a:r>
          </a:p>
          <a:p>
            <a:r>
              <a:t>  },</a:t>
            </a:r>
          </a:p>
          <a:p>
            <a:r>
              <a:t>  "model_evidence": {</a:t>
            </a:r>
          </a:p>
          <a:p>
            <a:r>
              <a:t>    "id": "S3",</a:t>
            </a:r>
          </a:p>
          <a:p>
            <a:r>
              <a:t>    "job_id": "8e668ea2d65f4cbaba44b75d013055ae",</a:t>
            </a:r>
          </a:p>
          <a:p>
            <a:r>
              <a:t>    "attempt_id": "2b260558de0d42e495a7cea235702b41",</a:t>
            </a:r>
          </a:p>
          <a:p>
            <a:r>
              <a:t>    "snapshot_id": "ad3f7bf69b7b7268209ea6aff74c841f7fe083bbedcf0ba33f3f7fe423dce291",</a:t>
            </a:r>
          </a:p>
          <a:p>
            <a:r>
              <a:t>    "artifacts": {</a:t>
            </a:r>
          </a:p>
          <a:p>
            <a:r>
              <a:t>      "docx": {</a:t>
            </a:r>
          </a:p>
          <a:p>
            <a:r>
              <a:t>        "artifact_id": "8e668ea2d65f4cbaba44b75d013055ae-docx",</a:t>
            </a:r>
          </a:p>
          <a:p>
            <a:r>
              <a:t>        "sha256": "95f6a94be59c771481700fe941e620f1eda34a47b6e106b40979ca701f4132f0",</a:t>
            </a:r>
          </a:p>
          <a:p>
            <a:r>
              <a:t>        "bytes": 148879</a:t>
            </a:r>
          </a:p>
          <a:p>
            <a:r>
              <a:t>      },</a:t>
            </a:r>
          </a:p>
          <a:p>
            <a:r>
              <a:t>      "pdf": {</a:t>
            </a:r>
          </a:p>
          <a:p>
            <a:r>
              <a:t>        "artifact_id": "8e668ea2d65f4cbaba44b75d013055ae-pdf",</a:t>
            </a:r>
          </a:p>
          <a:p>
            <a:r>
              <a:t>        "sha256": "71e2dd65268cd5466135a8a12905107a7772d62e39dba4a2cbeb6e0fa6610073",</a:t>
            </a:r>
          </a:p>
          <a:p>
            <a:r>
              <a:t>        "bytes": 535685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"status": "PASS",</a:t>
            </a:r>
          </a:p>
          <a:p>
            <a:r>
              <a:t>    "generation_mode": "llm",</a:t>
            </a:r>
          </a:p>
          <a:p>
            <a:r>
              <a:t>    "model_live": true,</a:t>
            </a:r>
          </a:p>
          <a:p>
            <a:r>
              <a:t>    "identity": {</a:t>
            </a:r>
          </a:p>
          <a:p>
            <a:r>
              <a:t>      "status": "VERIFIED",</a:t>
            </a:r>
          </a:p>
          <a:p>
            <a:r>
              <a:t>      "requested": "deepseek-flash",</a:t>
            </a:r>
          </a:p>
          <a:p>
            <a:r>
              <a:t>      "returned": [</a:t>
            </a:r>
          </a:p>
          <a:p>
            <a:r>
              <a:t>        "deepseek-flash"</a:t>
            </a:r>
          </a:p>
          <a:p>
            <a:r>
              <a:t>      ],</a:t>
            </a:r>
          </a:p>
          <a:p>
            <a:r>
              <a:t>      "reason": "全部调用响应model经核验一致"</a:t>
            </a:r>
          </a:p>
          <a:p>
            <a:r>
              <a:t>    },</a:t>
            </a:r>
          </a:p>
          <a:p>
            <a:r>
              <a:t>    "usage": {</a:t>
            </a:r>
          </a:p>
          <a:p>
            <a:r>
              <a:t>      "prompt_tokens": 26605,</a:t>
            </a:r>
          </a:p>
          <a:p>
            <a:r>
              <a:t>      "completion_tokens": 1218,</a:t>
            </a:r>
          </a:p>
          <a:p>
            <a:r>
              <a:t>      "total_tokens": 27823,</a:t>
            </a:r>
          </a:p>
          <a:p>
            <a:r>
              <a:t>      "calls": 1</a:t>
            </a:r>
          </a:p>
          <a:p>
            <a:r>
              <a:t>    },</a:t>
            </a:r>
          </a:p>
          <a:p>
            <a:r>
              <a:t>    "alert_coverage": {</a:t>
            </a:r>
          </a:p>
          <a:p>
            <a:r>
              <a:t>      "alert-ae6cfac6295472537aa5": {</a:t>
            </a:r>
          </a:p>
          <a:p>
            <a:r>
              <a:t>        "covered": true,</a:t>
            </a:r>
          </a:p>
          <a:p>
            <a:r>
              <a:t>        "element_key": "materials",</a:t>
            </a:r>
          </a:p>
          <a:p>
            <a:r>
              <a:t>        "basis": "total"</a:t>
            </a:r>
          </a:p>
          <a:p>
            <a:r>
              <a:t>      },</a:t>
            </a:r>
          </a:p>
          <a:p>
            <a:r>
              <a:t>      "alert-a3392a1012a3bdbfd2a9": {</a:t>
            </a:r>
          </a:p>
          <a:p>
            <a:r>
              <a:t>        "covered": true,</a:t>
            </a:r>
          </a:p>
          <a:p>
            <a:r>
              <a:t>        "element_key": "labor",</a:t>
            </a:r>
          </a:p>
          <a:p>
            <a:r>
              <a:t>        "basis": "total"</a:t>
            </a:r>
          </a:p>
          <a:p>
            <a:r>
              <a:t>      },</a:t>
            </a:r>
          </a:p>
          <a:p>
            <a:r>
              <a:t>      "alert-918366df38ec19897ded": {</a:t>
            </a:r>
          </a:p>
          <a:p>
            <a:r>
              <a:t>        "covered": true,</a:t>
            </a:r>
          </a:p>
          <a:p>
            <a:r>
              <a:t>        "element_key": "overhead",</a:t>
            </a:r>
          </a:p>
          <a:p>
            <a:r>
              <a:t>        "basis": "total"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"failures": []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"tests": "tests/test_industry.py",</a:t>
            </a:r>
          </a:p>
          <a:p>
            <a:r>
              <a:t>  "scope": "独立合成反例，不是比赛原始数据或行业基准"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"rpa_receipts": [</a:t>
            </a:r>
          </a:p>
          <a:p>
            <a:r>
              <a:t>    {</a:t>
            </a:r>
          </a:p>
          <a:p>
            <a:r>
              <a:t>      "id": "S1",</a:t>
            </a:r>
          </a:p>
          <a:p>
            <a:r>
              <a:t>      "job_id": "e6b7b2f514654b219ab9a164e9022e47",</a:t>
            </a:r>
          </a:p>
          <a:p>
            <a:r>
              <a:t>      "attempt_id": "2b260558de0d42e495a7cea235702b41",</a:t>
            </a:r>
          </a:p>
          <a:p>
            <a:r>
              <a:t>      "snapshot_id": "3a4f905e080e0eb729af4ffa31d9ee31475b5737760bffb68e7a9143a14de9ae",</a:t>
            </a:r>
          </a:p>
          <a:p>
            <a:r>
              <a:t>      "artifacts": {</a:t>
            </a:r>
          </a:p>
          <a:p>
            <a:r>
              <a:t>        "docx": {</a:t>
            </a:r>
          </a:p>
          <a:p>
            <a:r>
              <a:t>          "artifact_id": "e6b7b2f514654b219ab9a164e9022e47-docx",</a:t>
            </a:r>
          </a:p>
          <a:p>
            <a:r>
              <a:t>          "sha256": "d02c71b20b3879e34446aa51122ab70cabcdb72c14db5e72dd921faa2de8b70c",</a:t>
            </a:r>
          </a:p>
          <a:p>
            <a:r>
              <a:t>          "bytes": 145684</a:t>
            </a:r>
          </a:p>
          <a:p>
            <a:r>
              <a:t>        },</a:t>
            </a:r>
          </a:p>
          <a:p>
            <a:r>
              <a:t>        "pdf": {</a:t>
            </a:r>
          </a:p>
          <a:p>
            <a:r>
              <a:t>          "artifact_id": "e6b7b2f514654b219ab9a164e9022e47-pdf",</a:t>
            </a:r>
          </a:p>
          <a:p>
            <a:r>
              <a:t>          "sha256": "89198651a897b31362e8defbdeda221cd787cc11ff504217d95b58e214bfd0ef",</a:t>
            </a:r>
          </a:p>
          <a:p>
            <a:r>
              <a:t>          "bytes": 495002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"status": "PASS",</a:t>
            </a:r>
          </a:p>
          <a:p>
            <a:r>
              <a:t>      "action_id": "YH-0cf26ba9fda3c9d1229c636d",</a:t>
            </a:r>
          </a:p>
          <a:p>
            <a:r>
              <a:t>      "confirmed_payload_hash": "c36c900fa6c151743936124855a6c5ee7c2a2ada78ad5e7e19d1e389bc8a5fb3",</a:t>
            </a:r>
          </a:p>
          <a:p>
            <a:r>
              <a:t>      "receipt_sha256": "d0bb6fa294274cbc228f115bfe3542788889ad98d7bc09c51efddd35de298ad4",</a:t>
            </a:r>
          </a:p>
          <a:p>
            <a:r>
              <a:t>      "notification": "SIMULATED_SENT",</a:t>
            </a:r>
          </a:p>
          <a:p>
            <a:r>
              <a:t>      "human_acknowledgement": "NOT_ENTERED"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"S2",</a:t>
            </a:r>
          </a:p>
          <a:p>
            <a:r>
              <a:t>      "job_id": "4093d2051205465a84e131b01034abf8",</a:t>
            </a:r>
          </a:p>
          <a:p>
            <a:r>
              <a:t>      "attempt_id": "2b260558de0d42e495a7cea235702b41",</a:t>
            </a:r>
          </a:p>
          <a:p>
            <a:r>
              <a:t>      "snapshot_id": "4eda1ee3a4878a9548f67f6e4bc25ca8f37084b162ffc21dac43c072186b6fa8",</a:t>
            </a:r>
          </a:p>
          <a:p>
            <a:r>
              <a:t>      "artifacts": {</a:t>
            </a:r>
          </a:p>
          <a:p>
            <a:r>
              <a:t>        "docx": {</a:t>
            </a:r>
          </a:p>
          <a:p>
            <a:r>
              <a:t>          "artifact_id": "4093d2051205465a84e131b01034abf8-docx",</a:t>
            </a:r>
          </a:p>
          <a:p>
            <a:r>
              <a:t>          "sha256": "051f0dc7bc4eac11d0d44eb83d1dcbbac63f121cd7aede2f8fb322316ba65115",</a:t>
            </a:r>
          </a:p>
          <a:p>
            <a:r>
              <a:t>          "bytes": 148186</a:t>
            </a:r>
          </a:p>
          <a:p>
            <a:r>
              <a:t>        },</a:t>
            </a:r>
          </a:p>
          <a:p>
            <a:r>
              <a:t>        "pdf": {</a:t>
            </a:r>
          </a:p>
          <a:p>
            <a:r>
              <a:t>          "artifact_id": "4093d2051205465a84e131b01034abf8-pdf",</a:t>
            </a:r>
          </a:p>
          <a:p>
            <a:r>
              <a:t>          "sha256": "d2a8f412c4af99b9c1ba53bf9e6d374a494e867ffc978b46c5f0f8ce2f74eba7",</a:t>
            </a:r>
          </a:p>
          <a:p>
            <a:r>
              <a:t>          "bytes": 489091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"status": "PASS",</a:t>
            </a:r>
          </a:p>
          <a:p>
            <a:r>
              <a:t>      "action_id": "YH-aa4dd092dd5d44dcdcc8efa8",</a:t>
            </a:r>
          </a:p>
          <a:p>
            <a:r>
              <a:t>      "confirmed_payload_hash": "e89a51ede508aaf516dd80dbee0054c4536684132eedf6138c7ecb039bc91722",</a:t>
            </a:r>
          </a:p>
          <a:p>
            <a:r>
              <a:t>      "receipt_sha256": "aceec86d2bd12af869a835aebd5dcced2c40c5800cbc46f3bb10f3690d3821d3",</a:t>
            </a:r>
          </a:p>
          <a:p>
            <a:r>
              <a:t>      "notification": "SIMULATED_SENT",</a:t>
            </a:r>
          </a:p>
          <a:p>
            <a:r>
              <a:t>      "human_acknowledgement": "NOT_ENTERED"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"S3",</a:t>
            </a:r>
          </a:p>
          <a:p>
            <a:r>
              <a:t>      "job_id": "8e668ea2d65f4cbaba44b75d013055ae",</a:t>
            </a:r>
          </a:p>
          <a:p>
            <a:r>
              <a:t>      "attempt_id": "2b260558de0d42e495a7cea235702b41",</a:t>
            </a:r>
          </a:p>
          <a:p>
            <a:r>
              <a:t>      "snapshot_id": "ad3f7bf69b7b7268209ea6aff74c841f7fe083bbedcf0ba33f3f7fe423dce291",</a:t>
            </a:r>
          </a:p>
          <a:p>
            <a:r>
              <a:t>      "artifacts": {</a:t>
            </a:r>
          </a:p>
          <a:p>
            <a:r>
              <a:t>        "docx": {</a:t>
            </a:r>
          </a:p>
          <a:p>
            <a:r>
              <a:t>          "artifact_id": "8e668ea2d65f4cbaba44b75d013055ae-docx",</a:t>
            </a:r>
          </a:p>
          <a:p>
            <a:r>
              <a:t>          "sha256": "95f6a94be59c771481700fe941e620f1eda34a47b6e106b40979ca701f4132f0",</a:t>
            </a:r>
          </a:p>
          <a:p>
            <a:r>
              <a:t>          "bytes": 148879</a:t>
            </a:r>
          </a:p>
          <a:p>
            <a:r>
              <a:t>        },</a:t>
            </a:r>
          </a:p>
          <a:p>
            <a:r>
              <a:t>        "pdf": {</a:t>
            </a:r>
          </a:p>
          <a:p>
            <a:r>
              <a:t>          "artifact_id": "8e668ea2d65f4cbaba44b75d013055ae-pdf",</a:t>
            </a:r>
          </a:p>
          <a:p>
            <a:r>
              <a:t>          "sha256": "71e2dd65268cd5466135a8a12905107a7772d62e39dba4a2cbeb6e0fa6610073",</a:t>
            </a:r>
          </a:p>
          <a:p>
            <a:r>
              <a:t>          "bytes": 535685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"status": "PASS",</a:t>
            </a:r>
          </a:p>
          <a:p>
            <a:r>
              <a:t>      "action_id": "YH-6ea906b76bab142a97cf2a2a",</a:t>
            </a:r>
          </a:p>
          <a:p>
            <a:r>
              <a:t>      "confirmed_payload_hash": "ca1e4103b96d2bd8d7f7d6164d57fbdced44cbe759318ad50ca0a44dad6b2b88",</a:t>
            </a:r>
          </a:p>
          <a:p>
            <a:r>
              <a:t>      "receipt_sha256": "efddd0943185567f6145dde4729e2557b150a284c174fe02a4fb19937d2eaad8",</a:t>
            </a:r>
          </a:p>
          <a:p>
            <a:r>
              <a:t>      "notification": "SIMULATED_SENT",</a:t>
            </a:r>
          </a:p>
          <a:p>
            <a:r>
              <a:t>      "human_acknowledgement": "NOT_ENTERED"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"notice": "演示自动确认不冒充真人确认或真实微信发送"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"tests": [</a:t>
            </a:r>
          </a:p>
          <a:p>
            <a:r>
              <a:t>    "tests/test_purpose_retrieval.py::test_fixed_graph_toggle_comparison_uses_same_scope_and_no_model",</a:t>
            </a:r>
          </a:p>
          <a:p>
            <a:r>
              <a:t>    "tests/test_forecasting.py"</a:t>
            </a:r>
          </a:p>
          <a:p>
            <a:r>
              <a:t>  ],</a:t>
            </a:r>
          </a:p>
          <a:p>
            <a:r>
              <a:t>  "forecast": "样本内一步误差非独立留出检验；不宣称专业预测已验收"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"tests": "tests/test_industry.py",</a:t>
            </a:r>
          </a:p>
          <a:p>
            <a:r>
              <a:t>  "architecture": "现有模块化单体与受信行业包，无任意代码插件"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"run_id": "delivery_20260919_final",</a:t>
            </a:r>
          </a:p>
          <a:p>
            <a:r>
              <a:t>  "human_review": "PENDING",</a:t>
            </a:r>
          </a:p>
          <a:p>
            <a:r>
              <a:t>  "competition_ready":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药衡智析 · 从成本异常到可核查行动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制药成本分析、证据引用与 Word / PDF 报告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本轮三个核心场景：3/3 组报告文件已核验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本地模拟 RPA 送达：3/3；不等于整改完成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真人专业归因、可读性与版式评审仍待完成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三场景结果 · 先看数值，再核对证据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S1 · 银黄口服液 · 2026-05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  单位成本：11.21 元/盒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S2 · 板蓝根颗粒 · 2026-05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  单位成本：7.47 元/盒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S3 · 六味地黄胶囊 · 2026-03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  单位成本：17.02 元/盒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S1 · 银黄口服液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中药一厂 · 2026-05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总成本：650180 元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单位成本：11.21 元/盒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环比：2.844 %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报告：Word 已核验 / PDF 已核验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模型解释：deepseek-flash，身份已核验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专业原因、可读性及 0—5 分评分：待真人署名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3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91640"/>
            <a:ext cx="313641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S2 · 板蓝根颗粒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中药一厂 · 2026-05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总成本：761940 元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单位成本：7.47 元/盒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环比：3.1768 %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报告：Word 已核验 / PDF 已核验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模型解释：deepseek-flash，身份已核验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专业原因、可读性及 0—5 分评分：待真人署名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91640"/>
            <a:ext cx="313641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S3 · 六味地黄胶囊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中药一厂 · 2026-03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总成本：595700 元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单位成本：17.02 元/盒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环比：-3.2955 %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报告：Word 已核验 / PDF 已核验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模型解释：deepseek-flash，身份已核验</a:t>
            </a:r>
          </a:p>
          <a:p>
            <a:pPr>
              <a:spcAft>
                <a:spcPts val="1300"/>
              </a:spcAft>
              <a:defRPr sz="1800">
                <a:solidFill>
                  <a:srgbClr val="243C48"/>
                </a:solidFill>
                <a:latin typeface="Noto Sans SC"/>
              </a:defRPr>
            </a:pPr>
            <a:r>
              <a:t>专业原因、可读性及 0—5 分评分：待真人署名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5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91640"/>
            <a:ext cx="313641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指标证据能重算，缺证结论有边界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金额使用 Decimal；产量独立去重，不随成本明细累加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季度单位成本 = Σ成本 / Σ可比产量，不能直接平均月单价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机械合成反例：材料 15 对 30 元/件 → (15−30)/30 = −50%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差额、差异率、贡献度分别保存分子、分母与双方来源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环比、同比、预算和跨厂分别核对期间；缺失和零分母保留无定义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任务闭环 · 确认载荷与送达回执逐项核对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报告发现 → 编辑负责人 / 行动 → 用户确认 → 幂等 outbox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本轮核心场景本地模拟送达：3/3；其他场景见技术附件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自动演示只访问回环地址，并在确认前核验服务端模拟模式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同一任务编号但行动或收件人不同，不承认送达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查询超时保留此前已证实的送达证据；真人责任确认待本人填写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加分原型 · 用小规模对照说明实际能力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图谱：只扩展 BM25 词项；向量与重排仍使用原问题，可关闭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固定三个合成问题：关闭召回 2/3，开启 3/3，产品范围不串用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该开发样本不证明普遍增益；多模型实调以本轮身份回执为准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预测反例：10 / 20 / 30 → 下期 40；末次值基线为 30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常量不漂移；缺月拒绝连续外推；波动范围未经覆盖率验证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行业迁移 · 共用核心，保留专属边界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机械参考包：3600 元 / 120 件 = 30 元/件；单位机时 0.5 小时/件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化工参考包：2400 元 / 200 kg = 12 元/kg；单位能耗 3 kWh/kg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制药、机械、化工双产品合成回归核对数值、单位与来源隔离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上述数字是独立合成假设，不是行业基准或全制造业适配证明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下一步由行业队友核对实际数据、政策、知识及联副产品 / 在制品口径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000">
                <a:solidFill>
                  <a:srgbClr val="174C5F"/>
                </a:solidFill>
                <a:latin typeface="Noto Sans SC"/>
              </a:defRPr>
            </a:pPr>
            <a:r>
              <a:t>交付与待评 · 自动化证据和真人判断分开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三场景 Word / PDF：3/3；本地模拟送达：3/3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打开交付目录中的 S1、S2、S3 报告，与数字和引用来源逐项核对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真人分别填写专业归因、可读性和版式意见，再署名评分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模型、检索、数值、浏览器与 RPA 的结果分别保存在技术附件</a:t>
            </a:r>
          </a:p>
          <a:p>
            <a:pPr>
              <a:spcAft>
                <a:spcPts val="1300"/>
              </a:spcAft>
              <a:defRPr sz="2100">
                <a:solidFill>
                  <a:srgbClr val="243C48"/>
                </a:solidFill>
                <a:latin typeface="Noto Sans SC"/>
              </a:defRPr>
            </a:pPr>
            <a:r>
              <a:t>缺少真人评分时保留待评状态，不宣称比赛整体验收或获奖水平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567580"/>
                </a:solidFill>
                <a:latin typeface="Noto Sans SC"/>
              </a:defRPr>
            </a:pPr>
            <a:r>
              <a:t>药衡智析 · 运行证据与验收边界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