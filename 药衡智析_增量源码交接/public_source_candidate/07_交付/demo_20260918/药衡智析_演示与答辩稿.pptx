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药衡智析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数值可信 · 证据适用 · 缺证可解释 · 任务可核查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同一核心，制药主线与机械/化工合成迁移验证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2026年重庆市AI大模型创新应用大赛｜演示稿，真人审核待完成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导入与勾稽 → 确定性分析 → 适用证据检索 → 结构化解释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固定章节Word/PDF → 人工确认 → HTTP模拟RPA → 状态核查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模拟送达不等于真实微信或整改完成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可信数字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Decimal金额；产量独立去重，不随成本明细重复累加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季度单位成本 = Σ成本 / Σ可比产量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缺失、零与无定义分开；单位/币种/政策冲突无依据则拒算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上下文与行业包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核心：事实合同、指标、检索、模型、报告、审核和outbox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行业包：字段语义、术语、证据门槛、可信策略与章节配置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企业：产品/规格、计量、会计政策、责任人与连接配置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任务创建后绑定不可变版本，切换企业不能串用证据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机械合成迁移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独立工单与机时语义，产出以件计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六月：3600元 / 120件 = 30元/件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季度：9400元 / 320件 = 29.375元/件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机时：60小时 / 120件 = 0.5小时/件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全部数字为合成假定，不是行业基准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化工合成迁移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批次与合格产出语义，产出以kg计；成本支持第四要素（合成包扩展口径；制药主线仍为三要素）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2400元 / 200kg = 12元/kg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600kWh / 200kg = 3kWh/kg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缺WIP、联副产品政策和实价实耗时明确禁算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全部数字为合成假定，不是行业基准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验收与边界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原制药场景与季度独立回归；公开合成反例覆盖多类风险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运行模型身份/usage/解释覆盖与真人0—5评分分别记录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热力图、任务汇总、行业切换、图谱、路由、决策、预测均已实现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运行数据库/密钥/待发队列不入库；模拟送达不冒充真人整改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加分项·知识图谱与多模型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图谱：产品-药材-工序从知识快照确定性抽取，检索词增强+前端可视化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多模型：narrative=glm-5.3-flash，决策说明=glm-4.5-air 轻量路由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调用账本按任务路由分开记账，身份核验与预算独立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未配置第二模型时同源回退并如实标注，不伪造多模型实调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加分项·自主决策与预测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决策：无报告/数据变化→建议生成报告；同快照→仅更新看板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确定性策略+小模型说明+SQLite台账，可按决策一键入队报告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预测：Holt双参数指数平滑，总体与分要素，80%区间带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预测是趋势外推参考，不构成预算承诺；负外推显式告警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200">
                <a:solidFill>
                  <a:srgbClr val="174C5F"/>
                </a:solidFill>
                <a:latin typeface="Noto Sans SC"/>
              </a:defRPr>
            </a:pPr>
            <a:r>
              <a:t>后续规划与交接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先完成一个细分行业的真实数据闭环，再扩展下一行业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核对数据来源许可、成本政策、字段、专业知识与证据门槛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优先改行业包和企业配置；核心不足先给最小反例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重要非视觉工作由主力大模型完成，视觉检查按需使用轻量视觉模型</a:t>
            </a:r>
          </a:p>
          <a:p>
            <a:pPr>
              <a:spcAft>
                <a:spcPts val="15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专业归因、可读性和版式仍须真人评审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合成演示与验收边界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